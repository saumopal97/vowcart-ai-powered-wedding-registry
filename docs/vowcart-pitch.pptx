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we're VowCart - an AI-powered universal wedding registry. Today registries are walled gardens; we open up the entire universe of products using Shopify's UCP, and we built it on Vercel with Aurora PostgreSQL and DynamoDB.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Incumbents like Zola or Amazon are limited to brands they've struck deals with. Meanwhile this is a huge, resilient market - 2 million US weddings a year, 91% register. What changed is Shopify's Universal Commerce Protocol: programmatic, keyless access to entire catalogs, so the whole product universe is suddenly addressable.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VowCart is two products on one commerce graph. Couples get an AI-built, genuinely universal registry. Brands get privacy-safe demand analytics and sponsored placements - that's the monetization. It all runs on Vercel with Aurora and DynamoDB.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VowCart in action. [Play your 60-90s demo: onboarding -&gt; AI builds the registry -&gt; add a Shopify product -&gt; group gift / cash fund -&gt; public page + reserve -&gt; merchant analytics.]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Architecture: a Next.js app on Vercel serves both the couple app and the merchant portal. Aurora PostgreSQL is our relational system of record; DynamoDB handles the 15-minute reservation locks with native TTL, analytics events, and an AI cache. Shopify UCP gives us the universal catalog and checkout. AWS access is keyless via OIDC.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you! Happy to take questions. The app is live at the link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005840" cy="50800"/>
          </a:xfrm>
          <a:prstGeom prst="rect">
            <a:avLst/>
          </a:prstGeom>
          <a:solidFill>
            <a:srgbClr val="B4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6400" b="1">
                <a:solidFill>
                  <a:srgbClr val="1C1917"/>
                </a:solidFill>
                <a:latin typeface="Georgia"/>
              </a:rPr>
              <a:t>VowCart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600" b="1">
                <a:solidFill>
                  <a:srgbClr val="B45F6D"/>
                </a:solidFill>
                <a:latin typeface="Arial"/>
              </a:rPr>
              <a:t>AI-Powered Universal Wedding Registry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B6560"/>
                </a:solidFill>
                <a:latin typeface="Arial"/>
              </a:rPr>
              <a:t>Any product from any Shopify merchant - curated by AI, powered by Shopify's Universal Commerce Protocol.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669280"/>
            <a:ext cx="2187244" cy="384048"/>
          </a:xfrm>
          <a:prstGeom prst="roundRect">
            <a:avLst>
              <a:gd name="adj" fmla="val 50000"/>
            </a:avLst>
          </a:prstGeom>
          <a:solidFill>
            <a:srgbClr val="F1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27432" bIns="27432"/>
          <a:lstStyle/>
          <a:p>
            <a:pPr algn="ctr"/>
            <a:r>
              <a:rPr sz="1200" b="1">
                <a:solidFill>
                  <a:srgbClr val="B45F6D"/>
                </a:solidFill>
                <a:latin typeface="Arial"/>
              </a:rPr>
              <a:t>Monetizable B2C + B2B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5669280"/>
            <a:ext cx="2776118" cy="384048"/>
          </a:xfrm>
          <a:prstGeom prst="roundRect">
            <a:avLst>
              <a:gd name="adj" fmla="val 50000"/>
            </a:avLst>
          </a:prstGeom>
          <a:solidFill>
            <a:srgbClr val="F1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27432" bIns="27432"/>
          <a:lstStyle/>
          <a:p>
            <a:pPr algn="ctr"/>
            <a:r>
              <a:rPr sz="1200" b="1">
                <a:solidFill>
                  <a:srgbClr val="B45F6D"/>
                </a:solidFill>
                <a:latin typeface="Arial"/>
              </a:rPr>
              <a:t>Aurora PostgreSQL + DynamoDB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5669280"/>
            <a:ext cx="1850745" cy="384048"/>
          </a:xfrm>
          <a:prstGeom prst="roundRect">
            <a:avLst>
              <a:gd name="adj" fmla="val 50000"/>
            </a:avLst>
          </a:prstGeom>
          <a:solidFill>
            <a:srgbClr val="F1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27432" bIns="27432"/>
          <a:lstStyle/>
          <a:p>
            <a:pPr algn="ctr"/>
            <a:r>
              <a:rPr sz="1200" b="1">
                <a:solidFill>
                  <a:srgbClr val="B45F6D"/>
                </a:solidFill>
                <a:latin typeface="Arial"/>
              </a:rPr>
              <a:t>Next.js on 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822960" cy="50800"/>
          </a:xfrm>
          <a:prstGeom prst="rect">
            <a:avLst/>
          </a:prstGeom>
          <a:solidFill>
            <a:srgbClr val="B4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C1917"/>
                </a:solidFill>
                <a:latin typeface="Georgia"/>
              </a:rPr>
              <a:t>The problem - and why 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12064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45720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B45F6D"/>
                </a:solidFill>
                <a:latin typeface="Arial"/>
              </a:rPr>
              <a:t>PROBLEM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C1917"/>
                </a:solidFill>
                <a:latin typeface="Arial"/>
              </a:rPr>
              <a:t>•  Today's “universal” registries aren't universal - catalogs are gated by merchant partnerships and one-off integrations.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C1917"/>
                </a:solidFill>
                <a:latin typeface="Arial"/>
              </a:rPr>
              <a:t>•  Couples juggle 3-4 registries; big-ticket gifts go unbought because no single guest will cover them.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C1917"/>
                </a:solidFill>
                <a:latin typeface="Arial"/>
              </a:rPr>
              <a:t>•  Brands never see the purchase-intent demand sitting inside registries.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5720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B45F6D"/>
                </a:solidFill>
                <a:latin typeface="Arial"/>
              </a:rPr>
              <a:t>MARKET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C1917"/>
                </a:solidFill>
                <a:latin typeface="Arial"/>
              </a:rPr>
              <a:t>•  ~2.0M US weddings / year  ·  ~$63-70B US wedding industry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C1917"/>
                </a:solidFill>
                <a:latin typeface="Arial"/>
              </a:rPr>
              <a:t>•  91% of couples create a registry - online has overtaken in-store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C1917"/>
                </a:solidFill>
                <a:latin typeface="Arial"/>
              </a:rPr>
              <a:t>•  ~$150 average guest gift  ·  ~$33k average wedding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C1917"/>
                </a:solidFill>
                <a:latin typeface="Arial"/>
              </a:rPr>
              <a:t>•  Digital registry market ~$16B (2025) → ~$50B by 2033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440680"/>
            <a:ext cx="10515600" cy="777240"/>
          </a:xfrm>
          <a:prstGeom prst="roundRect">
            <a:avLst>
              <a:gd name="adj" fmla="val 30000"/>
            </a:avLst>
          </a:prstGeom>
          <a:solidFill>
            <a:srgbClr val="B4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Why now: Shopify's UCP opens the entire product universe - no per-merchant deals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822960" cy="50800"/>
          </a:xfrm>
          <a:prstGeom prst="rect">
            <a:avLst/>
          </a:prstGeom>
          <a:solidFill>
            <a:srgbClr val="B4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1C1917"/>
                </a:solidFill>
                <a:latin typeface="Georgia"/>
              </a:rPr>
              <a:t>Our solution: VowCart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6B6560"/>
                </a:solidFill>
                <a:latin typeface="Arial"/>
              </a:rPr>
              <a:t>One universal registry. A two-sided business.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12064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B45F6D"/>
                </a:solidFill>
                <a:latin typeface="Arial"/>
              </a:rPr>
              <a:t>FOR COUPLES &amp; GUESTS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C1917"/>
                </a:solidFill>
                <a:latin typeface="Arial"/>
              </a:rPr>
              <a:t>•  AI builds your registry from a few lifestyle questions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C1917"/>
                </a:solidFill>
                <a:latin typeface="Arial"/>
              </a:rPr>
              <a:t>•  Add any product from any Shopify merchant (UCP)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C1917"/>
                </a:solidFill>
                <a:latin typeface="Arial"/>
              </a:rPr>
              <a:t>•  AI Copilot to shape it by chat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C1917"/>
                </a:solidFill>
                <a:latin typeface="Arial"/>
              </a:rPr>
              <a:t>•  Group gifting &amp; cash funds with live progress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C1917"/>
                </a:solidFill>
                <a:latin typeface="Arial"/>
              </a:rPr>
              <a:t>•  Reservations + real checkout, AI thank-you notes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12064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5720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B45F6D"/>
                </a:solidFill>
                <a:latin typeface="Arial"/>
              </a:rPr>
              <a:t>FOR BRANDS  (B2B / revenue)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C1917"/>
                </a:solidFill>
                <a:latin typeface="Arial"/>
              </a:rPr>
              <a:t>•  Separate merchant portal with its own auth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C1917"/>
                </a:solidFill>
                <a:latin typeface="Arial"/>
              </a:rPr>
              <a:t>•  Anonymized, aggregated demand analytics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C1917"/>
                </a:solidFill>
                <a:latin typeface="Arial"/>
              </a:rPr>
              <a:t>•  Which products &amp; categories convert, network-wide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C1917"/>
                </a:solidFill>
                <a:latin typeface="Arial"/>
              </a:rPr>
              <a:t>•  Clearly-labeled sponsored placements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C1917"/>
                </a:solidFill>
                <a:latin typeface="Arial"/>
              </a:rPr>
              <a:t>•  Privacy by design - no individual user data exposed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C1917"/>
                </a:solidFill>
                <a:latin typeface="Arial"/>
              </a:rPr>
              <a:t>Built on Vercel + Aurora PostgreSQL + DynamoDB, with AI via Vercel AI Gateway.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822960" cy="50800"/>
          </a:xfrm>
          <a:prstGeom prst="rect">
            <a:avLst/>
          </a:prstGeom>
          <a:solidFill>
            <a:srgbClr val="B4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C1917"/>
                </a:solidFill>
                <a:latin typeface="Georgia"/>
              </a:rPr>
              <a:t>Live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554480"/>
            <a:ext cx="8503920" cy="3977639"/>
          </a:xfrm>
          <a:prstGeom prst="roundRect">
            <a:avLst>
              <a:gd name="adj" fmla="val 4000"/>
            </a:avLst>
          </a:prstGeom>
          <a:solidFill>
            <a:srgbClr val="1C1917"/>
          </a:solidFill>
          <a:ln w="12700">
            <a:solidFill>
              <a:srgbClr val="E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>
                <a:solidFill>
                  <a:srgbClr val="FFFFFF"/>
                </a:solidFill>
                <a:latin typeface="Arial"/>
              </a:rPr>
              <a:t>▶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Demo video</a:t>
            </a:r>
          </a:p>
          <a:p>
            <a:pPr algn="ctr"/>
            <a:r>
              <a:rPr sz="1300">
                <a:solidFill>
                  <a:srgbClr val="C9BFBA"/>
                </a:solidFill>
                <a:latin typeface="Arial"/>
              </a:rPr>
              <a:t>In Canva: drag your .mp4 onto this slide, or paste the YouTube link to embed.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B45F6D"/>
                </a:solidFill>
                <a:latin typeface="Arial"/>
              </a:rPr>
              <a:t>Live app: vowcart-ai-powered-wedding-registry.vercel.app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822960" cy="50800"/>
          </a:xfrm>
          <a:prstGeom prst="rect">
            <a:avLst/>
          </a:prstGeom>
          <a:solidFill>
            <a:srgbClr val="B4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C1917"/>
                </a:solidFill>
                <a:latin typeface="Georgia"/>
              </a:rPr>
              <a:t>Architecture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799" y="1463040"/>
            <a:ext cx="8868097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8978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560"/>
                </a:solidFill>
                <a:latin typeface="Arial"/>
              </a:rPr>
              <a:t>Couples &amp; Merchants → Next.js on Vercel → Aurora PostgreSQL (system of record) + DynamoDB (TTL holds, analytics, AI cache).  Shopify UCP for live catalog + checkout.  Keyless via OIDC.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005840" cy="50800"/>
          </a:xfrm>
          <a:prstGeom prst="rect">
            <a:avLst/>
          </a:prstGeom>
          <a:solidFill>
            <a:srgbClr val="B4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5800" b="1">
                <a:solidFill>
                  <a:srgbClr val="1C1917"/>
                </a:solidFill>
                <a:latin typeface="Georgia"/>
              </a:rPr>
              <a:t>Thank you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B45F6D"/>
                </a:solidFill>
                <a:latin typeface="Arial"/>
              </a:rPr>
              <a:t>VowCart - AI-Powered Universal Wedding Registry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C1917"/>
                </a:solidFill>
                <a:latin typeface="Arial"/>
              </a:rPr>
              <a:t>Live app:  vowcart-ai-powered-wedding-registry.vercel.app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B6560"/>
                </a:solidFill>
                <a:latin typeface="Arial"/>
              </a:rPr>
              <a:t>Built on Vercel + Aurora PostgreSQL + DynamoDB  ·  powered by Shopify UCP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